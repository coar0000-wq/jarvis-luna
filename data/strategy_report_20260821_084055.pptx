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13232"/>
            <a:ext cx="2743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DBEAFE"/>
                </a:solidFill>
                <a:latin typeface="Malgun Gothic"/>
              </a:rPr>
              <a:t>JARVIS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9966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5일 주기 전략분석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95728"/>
            <a:ext cx="8961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DBEAFE"/>
                </a:solidFill>
                <a:latin typeface="Malgun Gothic"/>
              </a:rPr>
              <a:t>데이터 기반 성장 전략 및 실행 우선순위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879592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보고서 생성일  2026-08-21  |  08:40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618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총 상품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075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256개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25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57416" y="1618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최근 5일 주문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7416" y="2075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Shopify 연동 대기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904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최근 5일 Shopify 매출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361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Shopify 연동 대기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611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3904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주문 이행률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4361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98.0%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Malgun Gothic"/>
              </a:rPr>
              <a:t>지표는 최근 5일 Shopify 주문·배송 운영 데이터와 저장소 수집 데이터를 바탕으로 산출되었습니다.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1. 주문·배송 병목 우선 해소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현재 미처리 주문 12건을 배송 단계·재고·고객 안내 기준으로 분류하고, 처리 기한을 먼저 확정합니다.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배송 지연·취소 위험을 낮추고 고객 경험을 보호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2. 전환율 개선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현재 전환율 2.4%를 기준으로 상품 상세 페이지, 배송 메시지, 가격·번들 제안을 우선 A/B 점검합니다.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동일 유입 대비 주문 전환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3. 고마진 카테고리 집중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수익성이 높은 핵심 상품군의 재고·광고 효율을 집중 점검하고, 주문 성과가 확인된 품목의 노출을 확대합니다.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운영 자원을 수익 기회가 큰 상품에 집중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4. 글로벌 시장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주문과 전환 성과가 안정적인 상품부터 국가별 상세 페이지와 캠페인 메시지를 현지화합니다.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검증된 상품 중심의 시장 도달 범위 확대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5. 가격·재고 운영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최근 주문·배송 데이터와 경쟁 가격을 함께 검토해 품절 위험과 과도한 할인 없이 목표 수익성을 유지합니다.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수익성·재고 회전·배송 안정성의 균형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