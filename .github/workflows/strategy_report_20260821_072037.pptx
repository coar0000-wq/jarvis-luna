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BEAFE"/>
                </a:solidFill>
                <a:latin typeface="Malgun Gothic"/>
              </a:rP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9966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5일 주기 전략분석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8961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BEAFE"/>
                </a:solidFill>
                <a:latin typeface="Malgun Gothic"/>
              </a:rPr>
              <a:t>데이터 기반 성장 전략 및 실행 우선순위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879592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보고서 생성일  2026-08-21  |  07:20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총 상품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0개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741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평균 마진율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650%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월 수익 예상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$3,900–7,200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성장률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이전 5일 대비 +15%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algun Gothic"/>
              </a:rPr>
              <a:t>지표는 저장소 내 수집 데이터와 현재 분석 기준을 바탕으로 산출되었습니다.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1. 고마진 카테고리 집중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평균 마진율이 높은 핵심 카테고리를 우선 운영하고 TOP 5 품목의 재고·광고 효율을 집중 관리합니다.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월 수익 $5,000–7,000 증대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2. 글로벌 시장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미국·유럽 시장을 대상으로 상품 상세 페이지와 캠페인 메시지를 현지화해 신규 수요를 확보합니다.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시장 도달 범위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3. SNS 마케팅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TikTok 및 Instagram Reels 중심의 짧은 콘텐츠를 정기 발행하고 성과가 높은 소재를 반복 활용합니다.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전환율 개선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4. 주문·배송 자동화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주문 접수부터 배송 상태 안내까지 반복 작업을 자동화해 운영 시간을 절감합니다.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운영 비용 절감 및 처리 속도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5. 가격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수요·공급·경쟁 가격을 주기적으로 검토해 목표 마진을 유지하는 가격 정책을 적용합니다.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수익성 개선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